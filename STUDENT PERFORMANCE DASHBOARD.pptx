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70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B37C-1475-432D-9C1D-E3ADB83902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8CB0-31C7-4AE5-863B-5615720DC36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B37C-1475-432D-9C1D-E3ADB83902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8CB0-31C7-4AE5-863B-5615720DC3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B37C-1475-432D-9C1D-E3ADB83902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3668CB0-31C7-4AE5-863B-5615720DC36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B37C-1475-432D-9C1D-E3ADB83902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8CB0-31C7-4AE5-863B-5615720DC3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B37C-1475-432D-9C1D-E3ADB83902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8CB0-31C7-4AE5-863B-5615720DC3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B37C-1475-432D-9C1D-E3ADB83902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8CB0-31C7-4AE5-863B-5615720DC3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B37C-1475-432D-9C1D-E3ADB83902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8CB0-31C7-4AE5-863B-5615720DC3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B37C-1475-432D-9C1D-E3ADB83902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8CB0-31C7-4AE5-863B-5615720DC3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B37C-1475-432D-9C1D-E3ADB83902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8CB0-31C7-4AE5-863B-5615720DC3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B37C-1475-432D-9C1D-E3ADB83902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8CB0-31C7-4AE5-863B-5615720DC3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B37C-1475-432D-9C1D-E3ADB83902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8CB0-31C7-4AE5-863B-5615720DC3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B62B37C-1475-432D-9C1D-E3ADB83902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3668CB0-31C7-4AE5-863B-5615720DC361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529538" cy="1142983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accent6">
                    <a:lumMod val="75000"/>
                  </a:schemeClr>
                </a:solidFill>
              </a:rPr>
              <a:t>STUDENT PERFORMANCE DASHBOARD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57884" y="4286256"/>
            <a:ext cx="285752" cy="71438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4" name="Picture 3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20" y="1199000"/>
            <a:ext cx="2928958" cy="2297717"/>
          </a:xfrm>
          <a:prstGeom prst="rect">
            <a:avLst/>
          </a:prstGeom>
        </p:spPr>
      </p:pic>
      <p:pic>
        <p:nvPicPr>
          <p:cNvPr id="6" name="Picture 5" descr="hours stud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16" y="1285860"/>
            <a:ext cx="2857520" cy="21669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7" name="Picture 6" descr="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802" y="4000504"/>
            <a:ext cx="3214710" cy="2214554"/>
          </a:xfrm>
          <a:prstGeom prst="rect">
            <a:avLst/>
          </a:prstGeom>
        </p:spPr>
      </p:pic>
      <p:pic>
        <p:nvPicPr>
          <p:cNvPr id="8" name="Picture 7" descr="attendence vs exam sc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287" y="1285860"/>
            <a:ext cx="2832713" cy="21431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  <p:pic>
        <p:nvPicPr>
          <p:cNvPr id="9" name="Picture 8" descr="students perform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282" y="3952854"/>
            <a:ext cx="2714644" cy="2262228"/>
          </a:xfrm>
          <a:prstGeom prst="rect">
            <a:avLst/>
          </a:prstGeom>
        </p:spPr>
      </p:pic>
      <p:pic>
        <p:nvPicPr>
          <p:cNvPr id="10" name="Picture 9" descr="count of gen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57" y="4000504"/>
            <a:ext cx="2714643" cy="2249276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32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Apex</vt:lpstr>
      <vt:lpstr>STUDENT PERFORMANCE DASHBOARD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pentakota ramya</dc:creator>
  <cp:lastModifiedBy>pentakota ramya</cp:lastModifiedBy>
  <cp:revision>4</cp:revision>
  <dcterms:created xsi:type="dcterms:W3CDTF">2026-03-23T13:03:16Z</dcterms:created>
  <dcterms:modified xsi:type="dcterms:W3CDTF">2026-03-23T13:36:15Z</dcterms:modified>
</cp:coreProperties>
</file>